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251F"/>
                </a:solidFill>
                <a:latin typeface="Aptos Display"/>
              </a:defRPr>
            </a:pPr>
            <a:r>
              <a:t>Eduvantage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300" b="1">
                <a:solidFill>
                  <a:srgbClr val="29251F"/>
                </a:solidFill>
                <a:latin typeface="Aptos"/>
              </a:defRPr>
            </a:pPr>
            <a:r>
              <a:t>Student Success Intelligence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Capstone project | advisor-facing evidence and support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Problem and business 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Assessment, registration, and learning-activity signals are spread across records.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Advisors need a reviewable way to prioritize follow-up and understand the evidence behind a concern.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One workspace for cohort analytics, student profiles, historical search, recommendations, plans, and feedback.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The system organizes evidence; advisors retain decision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OULAD -&gt; streaming preprocessing -&gt; profiles -&gt; local TF-IDF/LSA -&gt; in-process retriever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FastAPI orchestrates analysis; React/Vite presents it. No pretrained embedding service or vector DB is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04 / 11</a:t>
            </a:r>
          </a:p>
        </p:txBody>
      </p:sp>
      <p:pic>
        <p:nvPicPr>
          <p:cNvPr id="7" name="Picture 6" descr="architecture-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429000"/>
            <a:ext cx="3566160" cy="2692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CSV -&gt; joins and aggregation -&gt; student-course-presentation profile -&gt; filtered retrieval -&gt; advisor UI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The VLE event file is streamed; local import contains 32,593 aggregated profiles.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Python / FastAPI / Pydantic / SQLAlchemy / scikit-learn / React / Vite / Streamlit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SQLite default; PostgreSQL supported. Optional NVIDIA NIM uses a server-side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Role-based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Admin manages accounts and grants; faculty scope is by course; advisor scope is by student.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Analysts see aggregate reports only. Roles and grants persist in the database and are enforced by the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Agent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Performance analysis -&gt; risk assessment -&gt; support recommendation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Sequential in-process roles share evidence through the API orchestrator; an advisor reviews suggested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Demo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Sign in -&gt; filter cohort -&gt; inspect a profile -&gt; ask assistant -&gt; create/edit a plan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Use React at 127.0.0.1:5173 or Streamlit at localhost:8501; API docs at 127.0.0.1:8000/docs.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Evaluation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40-query retrieval: hybrid P@5 0.450 / MRR 0.681; keyword P@5 0.475 / MRR 0.729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Same-course relevance is a weak proxy. DeepEval aggregate report is pending; do not claim unrun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7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7D38"/>
                </a:solidFill>
                <a:latin typeface="Aptos"/>
              </a:defRPr>
            </a:pPr>
            <a:r>
              <a:t>EDUVANTAGE AI     /    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251F"/>
                </a:solidFill>
                <a:latin typeface="Aptos Display"/>
              </a:defRPr>
            </a:pPr>
            <a:r>
              <a:t>Challenges and learnings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0835640" cy="2148840"/>
          </a:xfrm>
          <a:prstGeom prst="roundRect">
            <a:avLst/>
          </a:prstGeom>
          <a:solidFill>
            <a:srgbClr val="FFFDF9"/>
          </a:solidFill>
          <a:ln>
            <a:solidFill>
              <a:srgbClr val="E4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2"/>
          <a:lstStyle/>
          <a:p>
            <a:pPr algn="ctr">
              <a:defRPr sz="2000" b="1">
                <a:solidFill>
                  <a:srgbClr val="29251F"/>
                </a:solidFill>
                <a:latin typeface="Aptos"/>
              </a:defRPr>
            </a:pPr>
            <a:r>
              <a:t>Local retrieval improves deployment simplicity but has no indexed vector store or pretrained semantic encoder.</a:t>
            </a:r>
          </a:p>
          <a:p>
            <a:br/>
            <a:pPr>
              <a:defRPr sz="1400">
                <a:solidFill>
                  <a:srgbClr val="756F66"/>
                </a:solidFill>
                <a:latin typeface="Aptos"/>
              </a:defRPr>
            </a:pPr>
            <a:r>
              <a:t>Need advisor-labeled retrieval judgments, model calibration/fairness review, and institutional privacy review before operational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6F66"/>
                </a:solidFill>
                <a:latin typeface="Aptos"/>
              </a:defRPr>
            </a:pPr>
            <a:r>
              <a:t>Eduvantage AI  ·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